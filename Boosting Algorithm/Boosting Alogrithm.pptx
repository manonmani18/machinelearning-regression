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77B24-A824-DC98-10F4-832BEA9A8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BC4FF-8CA7-9BCD-14AE-937D476C59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85D66-8BB0-53BB-964C-1E02CA9552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7DE4-C887-4E70-AAC2-EEB0362F511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A6810-4A1D-6EA9-8126-AF62C5980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76C1F5-8FDE-4D1F-23DA-18332F7B8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6FF1-EBB5-4155-AD1B-ECAA5839E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002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8FFEF-8CE4-6CB1-3038-3AC701E61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31CCE-3BE8-D04B-7CEC-A70C7E7D77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B62EA0-FD7F-0F8C-AC10-08DD2F019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7DE4-C887-4E70-AAC2-EEB0362F511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4FAAF-7077-D640-668B-BAF90F332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0D6F4-4690-6AB1-9E6E-0D0E9B231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6FF1-EBB5-4155-AD1B-ECAA5839E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08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09494-9912-8CE5-F755-1DF00C588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273CBB-537D-2EEB-7AF5-228333A7C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DA32D-0E2C-6C84-B3EA-C7671D638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7DE4-C887-4E70-AAC2-EEB0362F511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AF4C-DB76-852C-0904-602778FD0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FBC86D-7604-FF7E-C1E6-175941569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6FF1-EBB5-4155-AD1B-ECAA5839E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843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4AB99-E819-1AF5-579F-BE81194F1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47421-3AB4-12AA-6E24-525601B337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1E167A-30E0-4AD1-8806-95B3B429A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816CF2-9B5D-21BE-AE70-E8BF4CCE5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7DE4-C887-4E70-AAC2-EEB0362F511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15B1A-ABD4-5096-4C75-B8FC87A9E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8C270-74CD-243A-20E3-57FEF7153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6FF1-EBB5-4155-AD1B-ECAA5839E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780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4611-F089-718E-2750-0A6F76E09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DF39D-0339-9347-5480-4DFF3A524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162195-CA1D-69C5-5B3B-4320A58C41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9D0CD0-C29F-B83E-B729-2FCC7334C3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6D567E-14EB-F977-7A02-E152F27043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054D92-9A26-164E-9FFC-FA0AF1B80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7DE4-C887-4E70-AAC2-EEB0362F511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ABCDCF-8E11-1742-03A9-8CD2A8908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9975D9-FF01-108E-5521-2AC99011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6FF1-EBB5-4155-AD1B-ECAA5839E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36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093D8-D1BF-2C77-677A-F5DF5C991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A53B43-466E-0A91-4D17-CAEAEB70D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7DE4-C887-4E70-AAC2-EEB0362F511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711B72-D1DA-094E-A7C6-9D9FA7BF3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0AFB60-C055-49EF-A620-2656B0E7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6FF1-EBB5-4155-AD1B-ECAA5839E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731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9DCAB6-98AB-82A0-EDDC-B82490757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7DE4-C887-4E70-AAC2-EEB0362F511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47ECD8-0620-0577-E095-B49548E3F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4879C-1C55-46CA-E4AF-18B1ED987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6FF1-EBB5-4155-AD1B-ECAA5839E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819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63FD8-3420-BF7F-2497-A1339774A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6BB8E-5BC4-922D-76DE-53E5FC8386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2149B0-2FC8-4551-7983-FB744D515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CA3685-AF87-1346-D5EE-55367FAEA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7DE4-C887-4E70-AAC2-EEB0362F511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1B674-8970-175C-F91F-BDAF5C4BE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B9C9AE-14DC-BD8F-2412-CA58CC0E3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6FF1-EBB5-4155-AD1B-ECAA5839E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040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3EB8D-B4F5-E778-72BD-7C4A68E15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EAB07C-54B8-35CA-DB60-8D60091DCC4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A0B10-1241-21E5-A37C-8A19A9DC6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0482A-47C2-BCF8-C69C-3C28832E9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7DE4-C887-4E70-AAC2-EEB0362F511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0B2A1-24A2-28AC-CDC3-8794AC136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3DD6E-1379-34FD-B6FB-9120022BF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6FF1-EBB5-4155-AD1B-ECAA5839E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708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ED3A2-A58F-191D-8373-5555848C7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F5D7E0-B9DB-A6C3-956E-CAACDD0498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8BE62-0176-CCD9-190C-F14B64016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7DE4-C887-4E70-AAC2-EEB0362F511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63198-479E-0618-B8B7-6B8A0C228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D635D-5C5E-50AA-E3F9-F56061DE1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6FF1-EBB5-4155-AD1B-ECAA5839E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2653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70C927-5632-9A56-293B-9BD9C12967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B3D85D-D6B6-F27F-56B5-C6D5CFC8B6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F2AB01-C95A-4F51-072B-49E00522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A67DE4-C887-4E70-AAC2-EEB0362F511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8A646-630E-C8C6-67F0-3A4426161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AA997-BDAB-E6AA-0D5D-94E5693E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B6FF1-EBB5-4155-AD1B-ECAA5839E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88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26851-E1AB-7992-0A7F-FE1DE8341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999D6-2A17-B6BD-A6DE-C6743F4E9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607E3-1CC4-CE0A-7E4F-E03626FB29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A67DE4-C887-4E70-AAC2-EEB0362F511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88012-CF92-B79B-7C50-AAA2F4D69C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F4BC8B-A3EA-B26F-F75E-37DB31BFF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A7B6FF1-EBB5-4155-AD1B-ECAA5839E9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1140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07C6B-69C9-F19C-6C14-2C325270E7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Ada Boosting </a:t>
            </a:r>
            <a:r>
              <a:rPr lang="en-IN" dirty="0" err="1"/>
              <a:t>Alogrithm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4959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D8B51-E8D3-2509-5575-D76243B42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What is adaboost regressor?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0C0567-C02D-3DA3-AE43-184FFD6EE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20023" y="1277733"/>
            <a:ext cx="3397138" cy="49501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425065-8116-C17B-C9C4-ED4BEA2A947B}"/>
              </a:ext>
            </a:extLst>
          </p:cNvPr>
          <p:cNvSpPr txBox="1"/>
          <p:nvPr/>
        </p:nvSpPr>
        <p:spPr>
          <a:xfrm>
            <a:off x="678426" y="2305615"/>
            <a:ext cx="63418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AdaBoost regressor is a meta-estimator that builds Multiple weak regressors, one after another, giving More focus (higher weight) to the data points that </a:t>
            </a:r>
          </a:p>
          <a:p>
            <a:r>
              <a:rPr lang="en-IN" sz="2800" dirty="0"/>
              <a:t>Are predicted badly.</a:t>
            </a:r>
          </a:p>
        </p:txBody>
      </p:sp>
    </p:spTree>
    <p:extLst>
      <p:ext uri="{BB962C8B-B14F-4D97-AF65-F5344CB8AC3E}">
        <p14:creationId xmlns:p14="http://schemas.microsoft.com/office/powerpoint/2010/main" val="715093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9CD73-E2D8-64E3-DCEF-C83233949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How adaBoost works?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3BC80DC-E866-8C3F-2F29-2B89333F65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031"/>
          <a:stretch>
            <a:fillRect/>
          </a:stretch>
        </p:blipFill>
        <p:spPr>
          <a:xfrm>
            <a:off x="3372332" y="1484210"/>
            <a:ext cx="4817939" cy="4715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472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8B2EB3-D52A-DA4F-E5C8-DEBDB35917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7897" y="674214"/>
            <a:ext cx="5499562" cy="49712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BE1220-7CC5-9175-CBC4-00D66E9A0B79}"/>
              </a:ext>
            </a:extLst>
          </p:cNvPr>
          <p:cNvSpPr txBox="1"/>
          <p:nvPr/>
        </p:nvSpPr>
        <p:spPr>
          <a:xfrm>
            <a:off x="3804449" y="5814454"/>
            <a:ext cx="4386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Eg: ada boost with house prices prediction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6070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68731-751C-5F57-ACE9-703006B7C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3413" y="2766218"/>
            <a:ext cx="10515600" cy="1325563"/>
          </a:xfrm>
        </p:spPr>
        <p:txBody>
          <a:bodyPr/>
          <a:lstStyle/>
          <a:p>
            <a:r>
              <a:rPr lang="en-IN" dirty="0"/>
              <a:t>XG Boosting Algorithm </a:t>
            </a:r>
          </a:p>
        </p:txBody>
      </p:sp>
    </p:spTree>
    <p:extLst>
      <p:ext uri="{BB962C8B-B14F-4D97-AF65-F5344CB8AC3E}">
        <p14:creationId xmlns:p14="http://schemas.microsoft.com/office/powerpoint/2010/main" val="711171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62089-F719-F44F-3BFD-ACC752E3E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What is xg boosting ?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7F5F9-FCEB-FE84-E3C1-2ED8F8FA0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026" y="1479567"/>
            <a:ext cx="5257032" cy="484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528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D9366-0BDD-2DE6-297F-1C83F1B6A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XG boost works?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E9A64E9-35F9-A341-9327-6E47E5119E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40" t="7693" r="33476" b="47738"/>
          <a:stretch>
            <a:fillRect/>
          </a:stretch>
        </p:blipFill>
        <p:spPr>
          <a:xfrm>
            <a:off x="3719730" y="1690688"/>
            <a:ext cx="4752539" cy="434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401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A30C85-93C8-09CB-8BC7-DF245168F4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24" t="9402" r="685" b="52081"/>
          <a:stretch>
            <a:fillRect/>
          </a:stretch>
        </p:blipFill>
        <p:spPr>
          <a:xfrm>
            <a:off x="3557117" y="823965"/>
            <a:ext cx="5506496" cy="43119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59E1CF0-770C-17BE-F57B-2DFCE51F8BA5}"/>
              </a:ext>
            </a:extLst>
          </p:cNvPr>
          <p:cNvSpPr txBox="1"/>
          <p:nvPr/>
        </p:nvSpPr>
        <p:spPr>
          <a:xfrm>
            <a:off x="4157211" y="5325626"/>
            <a:ext cx="4306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Eg: House price prediction using </a:t>
            </a:r>
            <a:r>
              <a:rPr lang="en-IN" dirty="0" err="1"/>
              <a:t>xg</a:t>
            </a:r>
            <a:r>
              <a:rPr lang="en-IN" dirty="0"/>
              <a:t> boost </a:t>
            </a:r>
          </a:p>
        </p:txBody>
      </p:sp>
    </p:spTree>
    <p:extLst>
      <p:ext uri="{BB962C8B-B14F-4D97-AF65-F5344CB8AC3E}">
        <p14:creationId xmlns:p14="http://schemas.microsoft.com/office/powerpoint/2010/main" val="2341742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17B324-CD10-F312-9778-A93E72A303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265" t="64040" r="50000" b="1552"/>
          <a:stretch>
            <a:fillRect/>
          </a:stretch>
        </p:blipFill>
        <p:spPr>
          <a:xfrm>
            <a:off x="3089251" y="640582"/>
            <a:ext cx="6013497" cy="5576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416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5710-8D4D-8411-0D57-4D71CC7C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9320" y="2766218"/>
            <a:ext cx="10515600" cy="1325563"/>
          </a:xfrm>
        </p:spPr>
        <p:txBody>
          <a:bodyPr/>
          <a:lstStyle/>
          <a:p>
            <a:r>
              <a:rPr lang="en-IN" dirty="0"/>
              <a:t>LG Boosting Algorithm</a:t>
            </a:r>
          </a:p>
        </p:txBody>
      </p:sp>
    </p:spTree>
    <p:extLst>
      <p:ext uri="{BB962C8B-B14F-4D97-AF65-F5344CB8AC3E}">
        <p14:creationId xmlns:p14="http://schemas.microsoft.com/office/powerpoint/2010/main" val="30949168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6051-4EE7-5BB1-59AB-DC5CE2203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LG Boosting?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F9F572-9210-A6A5-8A46-CA6D298ECF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4" t="7924" r="52040" b="65519"/>
          <a:stretch>
            <a:fillRect/>
          </a:stretch>
        </p:blipFill>
        <p:spPr>
          <a:xfrm>
            <a:off x="3920532" y="1477107"/>
            <a:ext cx="4350936" cy="446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817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433B8-4EC7-E97A-0E00-A01273C6B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LG boost works?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D9C675-EB99-C00A-6D7E-15D3DF8C3B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16" t="6770" b="65288"/>
          <a:stretch>
            <a:fillRect/>
          </a:stretch>
        </p:blipFill>
        <p:spPr>
          <a:xfrm>
            <a:off x="1863232" y="1690688"/>
            <a:ext cx="8465535" cy="4087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045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EF610-7D10-EFB1-575B-CD96A75D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 of LG boost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4E822AF-05BC-B342-9219-B1EBC46E15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71" t="42478" b="38501"/>
          <a:stretch>
            <a:fillRect/>
          </a:stretch>
        </p:blipFill>
        <p:spPr>
          <a:xfrm>
            <a:off x="838200" y="1979525"/>
            <a:ext cx="10186841" cy="341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52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3EF722-53E2-52A4-1E10-D27E18ACB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1" t="39925" r="51837" b="34344"/>
          <a:stretch>
            <a:fillRect/>
          </a:stretch>
        </p:blipFill>
        <p:spPr>
          <a:xfrm>
            <a:off x="1885740" y="1140542"/>
            <a:ext cx="8420520" cy="4186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08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89</Words>
  <Application>Microsoft Office PowerPoint</Application>
  <PresentationFormat>Widescreen</PresentationFormat>
  <Paragraphs>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Ada Boosting Alogrithm</vt:lpstr>
      <vt:lpstr>What is adaboost regressor?</vt:lpstr>
      <vt:lpstr>How adaBoost works?</vt:lpstr>
      <vt:lpstr>PowerPoint Presentation</vt:lpstr>
      <vt:lpstr>XG Boosting Algorithm </vt:lpstr>
      <vt:lpstr>What is xg boosting ?</vt:lpstr>
      <vt:lpstr>How XG boost works?</vt:lpstr>
      <vt:lpstr>PowerPoint Presentation</vt:lpstr>
      <vt:lpstr>PowerPoint Presentation</vt:lpstr>
      <vt:lpstr>LG Boosting Algorithm</vt:lpstr>
      <vt:lpstr>What is LG Boosting?</vt:lpstr>
      <vt:lpstr>How LG boost works?</vt:lpstr>
      <vt:lpstr>Advantage of LG boost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MANONMANI RAGHU</dc:creator>
  <cp:lastModifiedBy>MANONMANI RAGHU</cp:lastModifiedBy>
  <cp:revision>5</cp:revision>
  <dcterms:created xsi:type="dcterms:W3CDTF">2026-10-14T13:59:50Z</dcterms:created>
  <dcterms:modified xsi:type="dcterms:W3CDTF">2026-10-16T02:56:41Z</dcterms:modified>
</cp:coreProperties>
</file>